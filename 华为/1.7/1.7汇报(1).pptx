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08" y="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3D62-6C0A-471A-A837-1143EA2665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F8145-9936-48D3-8B73-0290405B7A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9104" y="0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建模总体流程与工作进展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6353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负载选取，功耗模型选取抖音、图库、相机和备忘录负载；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性能模型方面选取抖音和相机负载。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目前已建立并验证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个负载的功耗模型，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个负载的性能模型。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离线阶段：将性能测试过程中得到的负载数据，转换为资源向量，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VRNN/LSTM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对生成负载描述，构建模型库。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在线阶段：运行一个类似的负载，例如与抖音类似的快手（同为短视频播放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得到资源向量，用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VRNN/LSTM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处理得到高维向量，使用聚类方法匹配原型负载，输出匹配到的原型负载名称、性能模型和功耗模型，然后输出预测的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，并计算预测值和真实值的相对误差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4881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功耗模型负载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精致渲染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35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：进入抖音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推荐页播放视频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长按电源键唤醒小艺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长按电源键唤醒小艺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：截屏。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，因为截屏时间太短，使用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测出来的平均功耗部分为负值，拟合效果很差；且没法有效采集利用率等数据。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功耗模型负载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：进入相机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录像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30s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：进入备忘录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选择一条备忘录消息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进行摘要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退出到桌面，后台运行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功耗模型拟合结果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拟合结果数据和图表，之后用电脑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welink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发在群里。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功耗模型的平均相对误差均小于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性能模型负载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精致渲染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4696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：进入抖音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推荐页播放视频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长按电源键唤醒小艺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长按电源键唤醒小艺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长时间呆在桌面，又因为在桌面时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为空白段，空白段过多导致不可行。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：截屏，不可用，虽然拟合正常，但是没法有效采集利用率等数据。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：为更好的验证模型，在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jetson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上补充测试了高精度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密集型渲染场景（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glmark2 loop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），通过深度着色器循环与高几何复杂度。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性能模型负载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：进入相机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录像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30s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：进入备忘录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选择一条备忘录消息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进行摘要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退出到桌面，后台运行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（进入图库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退出图库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长按电源键唤醒小艺）：长时间停留在桌面，又因为在桌面时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hitrace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为空白段，空白段过多导致不可行。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性能模型拟合结果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拟合结果数据和图表，之后用电脑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welink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发在群里。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性能模型各负载场景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抖音视频播放：相对平均误差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4.82%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（指数模型拟合），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4.34%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（对勾函数拟合）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相机录像：相对平均误差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2.82%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（指数模型拟合），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2.83%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（对勾函数拟合）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3722" y="2342367"/>
            <a:ext cx="442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/>
              <a:t>φ(fddr) = a1 + a2 * exp(-a3 * fddr)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49432" y="4938471"/>
            <a:ext cx="3817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拟合模型为</a:t>
            </a:r>
            <a:r>
              <a:rPr lang="el-G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φ(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fddr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fddr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(a1*fddr^2 + a2*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fddr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a3)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补充验证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158" y="1966614"/>
            <a:ext cx="6897163" cy="4351338"/>
          </a:xfrm>
        </p:spPr>
      </p:pic>
      <p:sp>
        <p:nvSpPr>
          <p:cNvPr id="6" name="文本框 5"/>
          <p:cNvSpPr txBox="1"/>
          <p:nvPr/>
        </p:nvSpPr>
        <p:spPr>
          <a:xfrm>
            <a:off x="249055" y="2083450"/>
            <a:ext cx="4887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拟合模型中实际上是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个变量（全量表示需要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维图），此处用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维图，对组成部分进行单独的图像查看。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右图对应的负载场景为高精度渲染任务混合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推理任务，该场景下，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频率占主导因素，少数几个蓝色点才是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主导因素。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补充验证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" y="4297936"/>
            <a:ext cx="4014004" cy="2560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726" y="4297936"/>
            <a:ext cx="3973270" cy="256006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38200" y="1690688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针对多组高精度渲染负载场景，拟合后，对应的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一致性图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8200" y="2337019"/>
            <a:ext cx="7143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备注，由于目前测试框架同时输出帧率和平均每帧用时，脚本采集时取得帧率，框架输出的帧率是整数，所以显得图里点比较少（因为重合了），后续会取一帧所用时间，取倒数（这样帧率会更精确）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内容占位符 1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996" y="4297936"/>
            <a:ext cx="4014004" cy="2560064"/>
          </a:xfrm>
        </p:spPr>
      </p:pic>
      <p:sp>
        <p:nvSpPr>
          <p:cNvPr id="17" name="文本框 16"/>
          <p:cNvSpPr txBox="1"/>
          <p:nvPr/>
        </p:nvSpPr>
        <p:spPr>
          <a:xfrm>
            <a:off x="222983" y="3651605"/>
            <a:ext cx="3610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极高渲染负载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，平均相对误差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6.75%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46599" y="3651605"/>
            <a:ext cx="3763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较高渲染负载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38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，平均相对误差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1.44%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46211" y="3651604"/>
            <a:ext cx="3836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普通渲染负载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74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，平均相对误差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1.61%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WPS 演示</Application>
  <PresentationFormat>宽屏</PresentationFormat>
  <Paragraphs>83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建模总体流程与工作进展</vt:lpstr>
      <vt:lpstr>功耗模型负载——精致渲染</vt:lpstr>
      <vt:lpstr>功耗模型负载——AI推理</vt:lpstr>
      <vt:lpstr>功耗模型拟合结果</vt:lpstr>
      <vt:lpstr>性能模型负载——精致渲染</vt:lpstr>
      <vt:lpstr>性能模型负载——AI推理</vt:lpstr>
      <vt:lpstr>性能模型拟合结果</vt:lpstr>
      <vt:lpstr>补充验证</vt:lpstr>
      <vt:lpstr>补充验证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建模工作进展</dc:title>
  <dc:creator>东辰 蔡</dc:creator>
  <cp:lastModifiedBy>Queenie.</cp:lastModifiedBy>
  <cp:revision>13</cp:revision>
  <dcterms:created xsi:type="dcterms:W3CDTF">2026-01-06T12:12:00Z</dcterms:created>
  <dcterms:modified xsi:type="dcterms:W3CDTF">2026-01-07T08:50:39Z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AE8352F9F84848DBA6C80DCE8D3EAABD_13</vt:lpwstr>
  </property>
  <property fmtid="{D5CDD505-2E9C-101B-9397-08002B2CF9AE}" pid="3" name="KSOProductBuildVer">
    <vt:lpwstr>2052-12.1.0.24034</vt:lpwstr>
  </property>
</Properties>
</file>