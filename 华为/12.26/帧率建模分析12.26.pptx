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2" r:id="rId4"/>
    <p:sldId id="258" r:id="rId5"/>
    <p:sldId id="264" r:id="rId6"/>
    <p:sldId id="263" r:id="rId7"/>
    <p:sldId id="259" r:id="rId8"/>
    <p:sldId id="265" r:id="rId9"/>
    <p:sldId id="260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东辰 蔡" initials="东蔡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08" y="3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4A41B-75FC-464D-9898-29C61D8E1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1F9AB-F91B-4B07-82DF-2A4FEE839A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package" Target="../embeddings/Workbook1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4557" y="3176248"/>
            <a:ext cx="10515600" cy="311304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线性模型，</a:t>
            </a:r>
            <a:r>
              <a:rPr lang="es-E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 = β1 * x1 + β2 * x2 + β3 * x3</a:t>
            </a:r>
            <a:endParaRPr lang="es-E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帧率倒数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优化目标：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预测帧率和实际帧率的平均相对误差作为优化目标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优化算法：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SLSQP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Sequential Least Squares Programming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18103" y="3176248"/>
            <a:ext cx="516193" cy="462116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54802" y="1805814"/>
            <a:ext cx="8455025" cy="701675"/>
            <a:chOff x="838200" y="1431534"/>
            <a:chExt cx="8455025" cy="701675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838200" y="1431534"/>
            <a:ext cx="8455025" cy="701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name="AxMath" r:id="rId1" imgW="1371600" imgH="1371600" progId="Equation.AxMath">
                    <p:embed/>
                  </p:oleObj>
                </mc:Choice>
                <mc:Fallback>
                  <p:oleObj name="AxMath" r:id="rId1" imgW="1371600" imgH="1371600" progId="Equation.AxMath">
                    <p:embed/>
                    <p:pic>
                      <p:nvPicPr>
                        <p:cNvPr id="0" name="图片 102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38200" y="1431534"/>
                          <a:ext cx="8455025" cy="7016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3200401" y="1549050"/>
              <a:ext cx="516193" cy="462116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736259" y="1549050"/>
              <a:ext cx="1415844" cy="46211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3575099" y="3154207"/>
            <a:ext cx="516193" cy="462116"/>
          </a:xfrm>
          <a:prstGeom prst="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764557" y="427802"/>
            <a:ext cx="11353800" cy="1174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Jetson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测量数据，建模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fcpu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fgpu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对帧率的影响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频率值设为常数）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029356" y="1661930"/>
            <a:ext cx="1657815" cy="1106989"/>
          </a:xfrm>
          <a:prstGeom prst="ellipse">
            <a:avLst/>
          </a:prstGeom>
          <a:solidFill>
            <a:schemeClr val="bg2">
              <a:lumMod val="90000"/>
              <a:alpha val="61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>
            <a:stCxn id="10" idx="5"/>
          </p:cNvCxnSpPr>
          <p:nvPr/>
        </p:nvCxnSpPr>
        <p:spPr>
          <a:xfrm>
            <a:off x="9444390" y="2606804"/>
            <a:ext cx="688830" cy="5215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635132" y="3182668"/>
            <a:ext cx="1426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设为常数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endCxn id="6" idx="0"/>
          </p:cNvCxnSpPr>
          <p:nvPr/>
        </p:nvCxnSpPr>
        <p:spPr>
          <a:xfrm flipH="1">
            <a:off x="3176200" y="2502962"/>
            <a:ext cx="398899" cy="673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endCxn id="8" idx="0"/>
          </p:cNvCxnSpPr>
          <p:nvPr/>
        </p:nvCxnSpPr>
        <p:spPr>
          <a:xfrm flipH="1">
            <a:off x="3833196" y="2494205"/>
            <a:ext cx="694199" cy="660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0461" y="367433"/>
            <a:ext cx="10956894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种不同场景负载下，对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fgpu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对帧率的影响进行建模、并验证，</a:t>
            </a:r>
            <a:b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平均相对误差都在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</a:t>
            </a:r>
            <a:b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7919" y="2301798"/>
          <a:ext cx="12056161" cy="2254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Worksheet" r:id="rId1" imgW="6550660" imgH="1228725" progId="Excel.Sheet.12">
                  <p:embed/>
                </p:oleObj>
              </mc:Choice>
              <mc:Fallback>
                <p:oleObj name="Worksheet" r:id="rId1" imgW="6550660" imgH="1228725" progId="Excel.Sheet.12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919" y="2301798"/>
                        <a:ext cx="12056161" cy="2254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00" y="2415674"/>
            <a:ext cx="5655501" cy="33643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806" y="2451318"/>
            <a:ext cx="4236895" cy="3293087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85701" y="251460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研究发现：不同负载下，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fgpu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对帧率的影响差异显著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3543" y="195681"/>
            <a:ext cx="11558016" cy="64666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渲染负载举例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：物体检测涉及大量卷积、非线性激活、特征金字塔等操作，计算密集；颜色分类，针对像素可以做到实时分类，如果是分类器，则接近轻量推理负载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负载场景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：物体检测，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1080p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视频播放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0.008922406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0.036672724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结论：对于负载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渲染场景，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对于渲染性能占相对主导作用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负载场景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：物体检测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颜色分类，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1080p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视频播放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0.067955275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0.305422521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结论：颜色分类引入更为复杂的推理过程，导致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频率影响更显著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5048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仅渲染场景举例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5262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视频播放：软解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成为主要瓶颈，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几乎无贡献，硬解可用→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CPU/GPU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通用计算单元压力极小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负载场景：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1080p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视频播放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0.020480678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8.86E-05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负载场景：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视频播放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0.014134641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1.79E-20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9224" y="5702485"/>
            <a:ext cx="112306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结论：视频越高清，性能受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频率影响更显著，导致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的系数均减小；但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影响相对更大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83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频率与帧率关系探究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3102" y="1405395"/>
            <a:ext cx="10515600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目前对给定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帧率数据（每组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频率）下的帧率性能，进行了建模分析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建模拟合类型选择了：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inverse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（反比例），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（指数），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（对数），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（一次多项式、二次多项式）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83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频率与帧率关系探究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4608" y="109377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其中自变量为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频率的倒数（频率单位为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GHz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），因变量为帧率倒数（一帧的时间，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Latency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），进行了一次函数、二次函数、对数、指数函数和反比例模型的拟合测试，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组均显示指数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函数最贴合，拟合优度均大于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0.9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指数效果最佳，全局平均相对误差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0.32%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文本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5223282"/>
            <a:ext cx="3028571" cy="9714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804" y="4730247"/>
            <a:ext cx="6297237" cy="1957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405" y="997278"/>
            <a:ext cx="4506442" cy="2819911"/>
          </a:xfr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7279"/>
            <a:ext cx="4506442" cy="28199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67" y="3823294"/>
            <a:ext cx="4506442" cy="281991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738" y="3817189"/>
            <a:ext cx="4445073" cy="2781509"/>
          </a:xfrm>
          <a:prstGeom prst="rect">
            <a:avLst/>
          </a:prstGeom>
        </p:spPr>
      </p:pic>
      <p:sp>
        <p:nvSpPr>
          <p:cNvPr id="7" name="内容占位符 2"/>
          <p:cNvSpPr txBox="1"/>
          <p:nvPr/>
        </p:nvSpPr>
        <p:spPr>
          <a:xfrm>
            <a:off x="412308" y="188789"/>
            <a:ext cx="11367384" cy="735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频率下，指数函数可较好拟合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频率对帧率性能影响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38200" y="7983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下一步工作计划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599596" y="181792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考虑到直接影响帧率性能的是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带宽，而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带宽受频率影响，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带宽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帧率性能的两级函数关系，形成可解释的理论模型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WPS 演示</Application>
  <PresentationFormat>宽屏</PresentationFormat>
  <Paragraphs>64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等线 Light</vt:lpstr>
      <vt:lpstr>Calibri</vt:lpstr>
      <vt:lpstr>Office 主题​​</vt:lpstr>
      <vt:lpstr>Excel.Sheet.12</vt:lpstr>
      <vt:lpstr>Equation.AxMath</vt:lpstr>
      <vt:lpstr>PowerPoint 演示文稿</vt:lpstr>
      <vt:lpstr>在8种不同场景负载下，对fcpu、fgpu对帧率的影响进行建模、并验证， 平均相对误差都在8%以下 </vt:lpstr>
      <vt:lpstr>研究发现：不同负载下， fcpu、fgpu对帧率的影响差异显著</vt:lpstr>
      <vt:lpstr>PowerPoint 演示文稿</vt:lpstr>
      <vt:lpstr>仅渲染场景举例</vt:lpstr>
      <vt:lpstr>DDR频率与帧率关系探究</vt:lpstr>
      <vt:lpstr>DDR频率与帧率关系探究</vt:lpstr>
      <vt:lpstr>PowerPoint 演示文稿</vt:lpstr>
      <vt:lpstr>下一步工作计划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东辰 蔡</dc:creator>
  <cp:lastModifiedBy>Queenie.</cp:lastModifiedBy>
  <cp:revision>21</cp:revision>
  <dcterms:created xsi:type="dcterms:W3CDTF">2025-12-23T01:09:00Z</dcterms:created>
  <dcterms:modified xsi:type="dcterms:W3CDTF">2025-12-26T16:38:12Z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31847AE2DA104A858974AFBAE403023A_13</vt:lpwstr>
  </property>
  <property fmtid="{D5CDD505-2E9C-101B-9397-08002B2CF9AE}" pid="3" name="KSOProductBuildVer">
    <vt:lpwstr>2052-12.1.0.24034</vt:lpwstr>
  </property>
</Properties>
</file>