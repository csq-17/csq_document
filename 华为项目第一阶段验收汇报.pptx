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7" r:id="rId4"/>
    <p:sldId id="258" r:id="rId5"/>
    <p:sldId id="291" r:id="rId7"/>
    <p:sldId id="279" r:id="rId8"/>
    <p:sldId id="266" r:id="rId9"/>
    <p:sldId id="292" r:id="rId10"/>
    <p:sldId id="293" r:id="rId11"/>
    <p:sldId id="294" r:id="rId12"/>
    <p:sldId id="295" r:id="rId13"/>
    <p:sldId id="296" r:id="rId14"/>
    <p:sldId id="298" r:id="rId15"/>
    <p:sldId id="297" r:id="rId16"/>
    <p:sldId id="299" r:id="rId17"/>
    <p:sldId id="300" r:id="rId18"/>
    <p:sldId id="301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932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E644F-7AA2-42BF-BC94-215E7DE1C7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46B69-4058-4C3E-B837-513E949B98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163E-A137-4843-91D4-FA65FB3DED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02D1-1167-4612-BF8C-6B16D0213C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78EB-3700-4FD3-BEBE-A402E27681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D712-AADD-4CB4-A45C-16E1FA3A0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2242598"/>
            <a:ext cx="9144000" cy="19721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457200"/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终端异构协同</a:t>
            </a:r>
            <a:r>
              <a:rPr lang="en-US" altLang="zh-CN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带宽帧渲染性能</a:t>
            </a:r>
            <a:endParaRPr lang="en-US" altLang="zh-CN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457200"/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模型技术合作项目</a:t>
            </a:r>
            <a:endParaRPr lang="zh-CN" altLang="en-US" sz="36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457200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29100" y="-273001"/>
            <a:ext cx="4701100" cy="2930935"/>
          </a:xfrm>
          <a:prstGeom prst="rect">
            <a:avLst/>
          </a:prstGeom>
        </p:spPr>
      </p:pic>
      <p:sp>
        <p:nvSpPr>
          <p:cNvPr id="11" name="平行四边形 10"/>
          <p:cNvSpPr/>
          <p:nvPr/>
        </p:nvSpPr>
        <p:spPr>
          <a:xfrm>
            <a:off x="-143301" y="4232917"/>
            <a:ext cx="5813947" cy="368496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5597267" y="4224972"/>
            <a:ext cx="3662740" cy="384391"/>
          </a:xfrm>
          <a:prstGeom prst="parallelogram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335733"/>
            <a:ext cx="9144000" cy="0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0" y="4132998"/>
            <a:ext cx="9144000" cy="0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pic>
        <p:nvPicPr>
          <p:cNvPr id="1026" name="Picture 2" descr="HUAWEI Storage Hong Kong - Nikoy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986" y="334088"/>
            <a:ext cx="358140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1875116" y="4813753"/>
            <a:ext cx="5393765" cy="90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Georgia" panose="02040502050405020303" pitchFamily="18" charset="0"/>
                <a:ea typeface="Microsoft YaHei UI" panose="020B0503020204020204" pitchFamily="34" charset="-122"/>
              </a:rPr>
              <a:t>第一阶段验收汇报</a:t>
            </a:r>
            <a:endParaRPr lang="en-US" altLang="zh-CN" sz="4000" b="1" dirty="0">
              <a:solidFill>
                <a:prstClr val="black"/>
              </a:solidFill>
              <a:latin typeface="Georgia" panose="02040502050405020303" pitchFamily="18" charset="0"/>
              <a:ea typeface="Microsoft YaHei U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18216" y="5919532"/>
            <a:ext cx="4707564" cy="57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pitchFamily="34" charset="-122"/>
                <a:cs typeface="+mn-cs"/>
              </a:rPr>
              <a:t>2026.1.xx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2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9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0252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1287" y="390469"/>
            <a:ext cx="373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OpenHarmony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帧渲染原理与流程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7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2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9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0252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1287" y="390469"/>
            <a:ext cx="5157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GPU/CPU/DDR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频点影响渲染性能与功耗的原理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7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2" y="181403"/>
            <a:ext cx="555675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22795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9"/>
            <a:ext cx="1781035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00252" y="188438"/>
            <a:ext cx="1781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1287" y="390469"/>
            <a:ext cx="4624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（这里列举报告中的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个前期工作就行）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7"/>
            <a:ext cx="555675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5140714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38405" y="175187"/>
            <a:ext cx="5526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终端帧渲染性能与功耗模型设计 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592332" y="3290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整体流程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15323" y="3187860"/>
            <a:ext cx="355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页，围绕两张流程图讲一下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360724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72781" y="200074"/>
            <a:ext cx="3871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长短时动态负载表征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692407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89915" y="200074"/>
            <a:ext cx="7241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GPU/CPU/DDR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频点的帧率性能模型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15323" y="318786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这里讲模型的输入和输出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692407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89915" y="200074"/>
            <a:ext cx="7241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GPU/CPU/DDR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频点的帧率性能模型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80640" y="3215883"/>
            <a:ext cx="6777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这里讲帧率模型的设计，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页，（内容可以从周会的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里面贴）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692407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1688" y="216110"/>
            <a:ext cx="7241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GPU/CPU/DDR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频点的渲染功耗模型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15323" y="318786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这里讲模型的输入和输出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6924078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80640" y="3215883"/>
            <a:ext cx="6085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功耗模型的设计，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页，（内容可以从周会的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里面贴）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1688" y="216110"/>
            <a:ext cx="7241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GPU/CPU/DDR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频点的渲染功耗模型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1982910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39678" y="31176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采用的负载及硬件型号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9915" y="245792"/>
            <a:ext cx="2224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模型验证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0932" y="3244334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这里有的都要写上，多一点，华为给的负载，我们自己搞的负载，不限页数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1982910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39678" y="3117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9915" y="245792"/>
            <a:ext cx="2224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模型验证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1982910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39678" y="31176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性能模型拟合结果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9915" y="245792"/>
            <a:ext cx="2224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模型验证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80640" y="3215883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这里有的都要写上，多一点，不限页数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1982910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39678" y="31176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功耗模型拟合结果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9915" y="245792"/>
            <a:ext cx="2224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模型验证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80640" y="3215883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这里有的都要写上，多一点，不限页数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398411" y="181403"/>
            <a:ext cx="555674" cy="4117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0" y="6714704"/>
            <a:ext cx="9144000" cy="143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4963" y="769012"/>
            <a:ext cx="8201452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300250" y="752976"/>
            <a:ext cx="1982910" cy="457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398410" y="209344"/>
            <a:ext cx="555674" cy="365125"/>
          </a:xfrm>
        </p:spPr>
        <p:txBody>
          <a:bodyPr/>
          <a:lstStyle/>
          <a:p>
            <a:pPr algn="ctr"/>
            <a:fld id="{791702D1-1167-4612-BF8C-6B16D0213C9E}" type="slidenum">
              <a:rPr lang="zh-CN" altLang="en-US" sz="2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-16073" y="1283974"/>
            <a:ext cx="2224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zh-CN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9915" y="245792"/>
            <a:ext cx="2224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80640" y="3215883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这里有的都要写上，多一点，不限页数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WPS 演示</Application>
  <PresentationFormat>全屏显示(4:3)</PresentationFormat>
  <Paragraphs>119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微软雅黑</vt:lpstr>
      <vt:lpstr>Calibri</vt:lpstr>
      <vt:lpstr>等线</vt:lpstr>
      <vt:lpstr>Georgia</vt:lpstr>
      <vt:lpstr>Microsoft YaHei UI</vt:lpstr>
      <vt:lpstr>Arial Unicode MS</vt:lpstr>
      <vt:lpstr>等线 Light</vt:lpstr>
      <vt:lpstr>Calibri Light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Guy Hey</dc:creator>
  <cp:lastModifiedBy>Queenie.</cp:lastModifiedBy>
  <cp:revision>247</cp:revision>
  <dcterms:created xsi:type="dcterms:W3CDTF">2025-08-20T14:24:00Z</dcterms:created>
  <dcterms:modified xsi:type="dcterms:W3CDTF">2026-01-12T03:11:05Z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0088B578A42043EC9726650AC5E7BE0C_13</vt:lpwstr>
  </property>
  <property fmtid="{D5CDD505-2E9C-101B-9397-08002B2CF9AE}" pid="3" name="KSOProductBuildVer">
    <vt:lpwstr>2052-12.1.0.24034</vt:lpwstr>
  </property>
</Properties>
</file>